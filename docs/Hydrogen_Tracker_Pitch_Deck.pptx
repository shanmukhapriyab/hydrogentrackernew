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640080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HYDROGEN</a:t>
            </a:r>
            <a:br/>
            <a:r>
              <a:t>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80467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400" b="0">
                <a:solidFill>
                  <a:srgbClr val="46BED2"/>
                </a:solidFill>
                <a:latin typeface="Aptos"/>
              </a:defRPr>
            </a:pPr>
            <a:r>
              <a:t>A centralized view of hydrogen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51960"/>
            <a:ext cx="98755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E6F1FA"/>
                </a:solidFill>
                <a:latin typeface="Aptos"/>
              </a:defRPr>
            </a:pPr>
            <a:r>
              <a:t>Production  •  Storage  •  Shipments  •  Deliveries  • 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Project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21792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1">
                <a:solidFill>
                  <a:srgbClr val="46BED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46BED2"/>
                </a:solidFill>
                <a:latin typeface="Aptos"/>
              </a:defRPr>
            </a:pPr>
            <a:r>
              <a:t>Hydrogen workflows can become fragmented across teams and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Production, tank inventory, shipments, and customer deliveries are connected but often tracked separately.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Manual coordination can make it difficult to maintain a consistent operational picture.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Teams need clearer visibility into records, movement status, and exceptions.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 b="1">
                <a:solidFill>
                  <a:srgbClr val="46BED2"/>
                </a:solidFill>
                <a:latin typeface="Aptos"/>
              </a:defRPr>
            </a:pPr>
            <a:r>
              <a:t>HYDROGEN TRACKER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Who Is Affected?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46BED2"/>
                </a:solidFill>
                <a:latin typeface="Aptos"/>
              </a:defRPr>
            </a:pPr>
            <a:r>
              <a:t>A shared operational view for the people coordinating hydrogen supply.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Plant and production operators maintaining production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Storage and logistics teams monitoring tank and shipment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Dispatch coordinators and customer-facing teams following delivery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 b="1">
                <a:solidFill>
                  <a:srgbClr val="46BED2"/>
                </a:solidFill>
                <a:latin typeface="Aptos"/>
              </a:defRPr>
            </a:pPr>
            <a:r>
              <a:t>HYDROGEN TRACKER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46BED2"/>
                </a:solidFill>
                <a:latin typeface="Aptos"/>
              </a:defRPr>
            </a:pPr>
            <a:r>
              <a:t>Hydrogen Tracker brings key workflows into one web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Role-oriented dashboards and authenticated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Production and storage records, including an Add Tank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Shipment, delivery, and customer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Map visualization, charts, and notifications where configured.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 b="1">
                <a:solidFill>
                  <a:srgbClr val="46BED2"/>
                </a:solidFill>
                <a:latin typeface="Aptos"/>
              </a:defRPr>
            </a:pPr>
            <a:r>
              <a:t>HYDROGEN TRACKER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Core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46BED2"/>
                </a:solidFill>
                <a:latin typeface="Aptos"/>
              </a:defRPr>
            </a:pPr>
            <a:r>
              <a:t>From production records to delivery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Sign in and review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Create or review production and tank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Follow shipments and deliveries; maintain customer information.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Use map and analytics views to understand the available operational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 b="1">
                <a:solidFill>
                  <a:srgbClr val="46BED2"/>
                </a:solidFill>
                <a:latin typeface="Aptos"/>
              </a:defRPr>
            </a:pPr>
            <a:r>
              <a:t>HYDROGEN TRACKER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Technology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46BED2"/>
                </a:solidFill>
                <a:latin typeface="Aptos"/>
              </a:defRPr>
            </a:pPr>
            <a:r>
              <a:t>MERN-style full-stack architecture (confirm exact packages in the repository).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React + Vite: user interface and page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Node.js + Express: API routes and application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MongoDB: persistence for application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Socket.IO / chart / map components: use where implemented and configured.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 b="1">
                <a:solidFill>
                  <a:srgbClr val="46BED2"/>
                </a:solidFill>
                <a:latin typeface="Aptos"/>
              </a:defRPr>
            </a:pPr>
            <a:r>
              <a:t>HYDROGEN TRACKER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Value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46BED2"/>
                </a:solidFill>
                <a:latin typeface="Aptos"/>
              </a:defRPr>
            </a:pPr>
            <a:r>
              <a:t>Designed for operational visibility—not industrial process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Centralizes related records in a common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Helps teams follow tank, shipment, and delivery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Provides visual context through maps, charts, and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Prototype data and workflows must be validated before real operational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 b="1">
                <a:solidFill>
                  <a:srgbClr val="46BED2"/>
                </a:solidFill>
                <a:latin typeface="Aptos"/>
              </a:defRPr>
            </a:pPr>
            <a:r>
              <a:t>HYDROGEN TRACKER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46BED2"/>
                </a:solidFill>
                <a:latin typeface="Aptos"/>
              </a:defRPr>
            </a:pPr>
            <a:r>
              <a:t>Demonstrate the current build with sample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Show dashboard → Add Tank → shipments/deliveries → map →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53512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Record a walkthrough of no more than three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58184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Add the public demo link to README.md after uploading the recording.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62856"/>
            <a:ext cx="10607040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000" b="0">
                <a:solidFill>
                  <a:srgbClr val="E6F1FA"/>
                </a:solidFill>
                <a:latin typeface="Aptos"/>
              </a:defRPr>
            </a:pPr>
            <a:r>
              <a:t>•  Repository: github.com/shanmukhapriyab/hydrogentrackernew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900" b="1">
                <a:solidFill>
                  <a:srgbClr val="46BED2"/>
                </a:solidFill>
                <a:latin typeface="Aptos"/>
              </a:defRPr>
            </a:pPr>
            <a:r>
              <a:t>HYDROGEN TRACKER  •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